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17AAA5B5-474A-49EB-BFBF-1AC2E249A8D4}"/>
</file>

<file path=customXml/itemProps2.xml><?xml version="1.0" encoding="utf-8"?>
<ds:datastoreItem xmlns:ds="http://schemas.openxmlformats.org/officeDocument/2006/customXml" ds:itemID="{1C1C05C3-D8FB-4D6F-932D-8CA470FF14ED}"/>
</file>

<file path=customXml/itemProps3.xml><?xml version="1.0" encoding="utf-8"?>
<ds:datastoreItem xmlns:ds="http://schemas.openxmlformats.org/officeDocument/2006/customXml" ds:itemID="{91E06773-57D9-4EA8-A4DE-EDCE4B31B96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Zameska, Michelle L</dc:creator>
  <cp:keywords/>
  <dc:description>generated using python-pptx</dc:description>
  <cp:lastModifiedBy>Zameska, Michelle L</cp:lastModifiedBy>
  <cp:revision>2</cp:revision>
  <cp:lastPrinted>2022-10-19T17:47:52Z</cp:lastPrinted>
  <dcterms:created xsi:type="dcterms:W3CDTF">2013-01-27T09:14:16Z</dcterms:created>
  <dcterms:modified xsi:type="dcterms:W3CDTF">2022-10-19T17:48:08Z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