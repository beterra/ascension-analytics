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9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4834B932-FE04-4361-AF9A-BE3675EBFD57}"/>
</file>

<file path=customXml/itemProps2.xml><?xml version="1.0" encoding="utf-8"?>
<ds:datastoreItem xmlns:ds="http://schemas.openxmlformats.org/officeDocument/2006/customXml" ds:itemID="{BE6094D6-505B-4ADD-A212-153941C88DDD}"/>
</file>

<file path=customXml/itemProps3.xml><?xml version="1.0" encoding="utf-8"?>
<ds:datastoreItem xmlns:ds="http://schemas.openxmlformats.org/officeDocument/2006/customXml" ds:itemID="{06548DDF-9556-4756-BDC9-E2B00C430CE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Michelle Zameska</cp:lastModifiedBy>
  <cp:revision>1</cp:revision>
  <dcterms:created xsi:type="dcterms:W3CDTF">2013-01-27T09:14:16Z</dcterms:created>
  <dcterms:modified xsi:type="dcterms:W3CDTF">2024-12-08T22:31:27Z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