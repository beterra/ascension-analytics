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93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4A59D991-4386-4CBC-B605-A6634517E139}"/>
</file>

<file path=customXml/itemProps2.xml><?xml version="1.0" encoding="utf-8"?>
<ds:datastoreItem xmlns:ds="http://schemas.openxmlformats.org/officeDocument/2006/customXml" ds:itemID="{FEEB6E2A-F320-4744-B962-B8403E9DDD5E}"/>
</file>

<file path=customXml/itemProps3.xml><?xml version="1.0" encoding="utf-8"?>
<ds:datastoreItem xmlns:ds="http://schemas.openxmlformats.org/officeDocument/2006/customXml" ds:itemID="{BA055C6A-0C6C-49D6-898C-EEE1EA6CEC6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Michelle Zameska</cp:lastModifiedBy>
  <cp:revision>1</cp:revision>
  <dcterms:created xsi:type="dcterms:W3CDTF">2013-01-27T09:14:16Z</dcterms:created>
  <dcterms:modified xsi:type="dcterms:W3CDTF">2024-12-08T21:48:46Z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