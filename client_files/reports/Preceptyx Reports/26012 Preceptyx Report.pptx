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93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C82C61B445CC4E96E51E91907C7794" ma:contentTypeVersion="14" ma:contentTypeDescription="Create a new document." ma:contentTypeScope="" ma:versionID="73c893e3494b33c88bb4872ccd863ce5">
  <xsd:schema xmlns:xsd="http://www.w3.org/2001/XMLSchema" xmlns:xs="http://www.w3.org/2001/XMLSchema" xmlns:p="http://schemas.microsoft.com/office/2006/metadata/properties" xmlns:ns2="b2cfc721-bb7a-4d2b-9a4d-ebf05e6cba23" xmlns:ns3="3abc47bf-1be4-419a-8acf-d43f56112ebf" targetNamespace="http://schemas.microsoft.com/office/2006/metadata/properties" ma:root="true" ma:fieldsID="1d4623344f3107f6eb8f1b9510391516" ns2:_="" ns3:_="">
    <xsd:import namespace="b2cfc721-bb7a-4d2b-9a4d-ebf05e6cba23"/>
    <xsd:import namespace="3abc47bf-1be4-419a-8acf-d43f56112e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fc721-bb7a-4d2b-9a4d-ebf05e6cb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cc5fb97-1d0a-481d-b1a9-5b4e02ba84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bc47bf-1be4-419a-8acf-d43f56112eb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5fe8a48-d1bb-46be-bdb8-839163ad1a6b}" ma:internalName="TaxCatchAll" ma:showField="CatchAllData" ma:web="3abc47bf-1be4-419a-8acf-d43f56112e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cfc721-bb7a-4d2b-9a4d-ebf05e6cba23">
      <Terms xmlns="http://schemas.microsoft.com/office/infopath/2007/PartnerControls"/>
    </lcf76f155ced4ddcb4097134ff3c332f>
    <TaxCatchAll xmlns="3abc47bf-1be4-419a-8acf-d43f56112ebf" xsi:nil="true"/>
  </documentManagement>
</p:properties>
</file>

<file path=customXml/itemProps1.xml><?xml version="1.0" encoding="utf-8"?>
<ds:datastoreItem xmlns:ds="http://schemas.openxmlformats.org/officeDocument/2006/customXml" ds:itemID="{779E2122-1CCD-4B32-B8F7-9A30514965B8}"/>
</file>

<file path=customXml/itemProps2.xml><?xml version="1.0" encoding="utf-8"?>
<ds:datastoreItem xmlns:ds="http://schemas.openxmlformats.org/officeDocument/2006/customXml" ds:itemID="{1C3C2695-0F7C-4458-9CF8-079173DB9890}"/>
</file>

<file path=customXml/itemProps3.xml><?xml version="1.0" encoding="utf-8"?>
<ds:datastoreItem xmlns:ds="http://schemas.openxmlformats.org/officeDocument/2006/customXml" ds:itemID="{4E8BC4CC-6B90-4873-A840-DDB99B20CAC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Michelle Zameska</cp:lastModifiedBy>
  <cp:revision>1</cp:revision>
  <dcterms:created xsi:type="dcterms:W3CDTF">2013-01-27T09:14:16Z</dcterms:created>
  <dcterms:modified xsi:type="dcterms:W3CDTF">2024-12-08T21:31:58Z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0x01010048C82C61B445CC4E96E51E91907C7794</vt:lpwstr>
  </property>
</Properties>
</file>