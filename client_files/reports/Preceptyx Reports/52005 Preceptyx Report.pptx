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2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54952E62-92B6-40FF-94A0-548752509848}"/>
</file>

<file path=customXml/itemProps2.xml><?xml version="1.0" encoding="utf-8"?>
<ds:datastoreItem xmlns:ds="http://schemas.openxmlformats.org/officeDocument/2006/customXml" ds:itemID="{4C1D8A9D-7D73-4D8E-88C7-956E0605238D}"/>
</file>

<file path=customXml/itemProps3.xml><?xml version="1.0" encoding="utf-8"?>
<ds:datastoreItem xmlns:ds="http://schemas.openxmlformats.org/officeDocument/2006/customXml" ds:itemID="{2F2D498B-7BFE-4710-9BA7-F0AA70EBF87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