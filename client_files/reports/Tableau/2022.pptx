
<file path=[Content_Types].xml><?xml version="1.0" encoding="utf-8"?>
<Types xmlns="http://schemas.openxmlformats.org/package/2006/content-types">
  <Default Extension="odttf" ContentType="application/vnd.openxmlformats-officedocument.obfuscatedFont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8" Type="http://schemas.openxmlformats.org/officeDocument/2006/relationships/slide" Target="slides/slide3.xml"/><Relationship Id="rId18" Type="http://schemas.openxmlformats.org/officeDocument/2006/relationships/customXml" Target="../customXml/item3.xml"/><Relationship Id="rId3" Type="http://schemas.openxmlformats.org/officeDocument/2006/relationships/presProps" Target="presProps.xml"/><Relationship Id="rId12" Type="http://schemas.openxmlformats.org/officeDocument/2006/relationships/slide" Target="slides/slide7.xml"/><Relationship Id="rId7" Type="http://schemas.openxmlformats.org/officeDocument/2006/relationships/slide" Target="slides/slide2.xml"/><Relationship Id="rId17" Type="http://schemas.openxmlformats.org/officeDocument/2006/relationships/customXml" Target="../customXml/item2.xml"/><Relationship Id="rId2" Type="http://schemas.openxmlformats.org/officeDocument/2006/relationships/viewProps" Target="viewProps.xml"/><Relationship Id="rId16" Type="http://schemas.openxmlformats.org/officeDocument/2006/relationships/customXml" Target="../customXml/item1.xml"/><Relationship Id="rId11" Type="http://schemas.openxmlformats.org/officeDocument/2006/relationships/slide" Target="slides/slide6.xml"/><Relationship Id="rId1" Type="http://schemas.openxmlformats.org/officeDocument/2006/relationships/theme" Target="theme/theme2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c7067624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ec7067624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c7067624b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ec7067624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c7067624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c7067624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c7067624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c7067624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c7067624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c7067624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c838ea44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c838ea44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c838ea44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c838ea44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c838ea449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c838ea44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c838ea4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c838ea4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128549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074180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132268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198421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193918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161661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294913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C82C61B445CC4E96E51E91907C7794" ma:contentTypeVersion="14" ma:contentTypeDescription="Create a new document." ma:contentTypeScope="" ma:versionID="73c893e3494b33c88bb4872ccd863ce5">
  <xsd:schema xmlns:xsd="http://www.w3.org/2001/XMLSchema" xmlns:xs="http://www.w3.org/2001/XMLSchema" xmlns:p="http://schemas.microsoft.com/office/2006/metadata/properties" xmlns:ns2="b2cfc721-bb7a-4d2b-9a4d-ebf05e6cba23" xmlns:ns3="3abc47bf-1be4-419a-8acf-d43f56112ebf" targetNamespace="http://schemas.microsoft.com/office/2006/metadata/properties" ma:root="true" ma:fieldsID="1d4623344f3107f6eb8f1b9510391516" ns2:_="" ns3:_="">
    <xsd:import namespace="b2cfc721-bb7a-4d2b-9a4d-ebf05e6cba23"/>
    <xsd:import namespace="3abc47bf-1be4-419a-8acf-d43f56112eb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cfc721-bb7a-4d2b-9a4d-ebf05e6cba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cc5fb97-1d0a-481d-b1a9-5b4e02ba84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bc47bf-1be4-419a-8acf-d43f56112eb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5fe8a48-d1bb-46be-bdb8-839163ad1a6b}" ma:internalName="TaxCatchAll" ma:showField="CatchAllData" ma:web="3abc47bf-1be4-419a-8acf-d43f56112eb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2cfc721-bb7a-4d2b-9a4d-ebf05e6cba23">
      <Terms xmlns="http://schemas.microsoft.com/office/infopath/2007/PartnerControls"/>
    </lcf76f155ced4ddcb4097134ff3c332f>
    <TaxCatchAll xmlns="3abc47bf-1be4-419a-8acf-d43f56112ebf" xsi:nil="true"/>
  </documentManagement>
</p:properties>
</file>

<file path=customXml/itemProps1.xml><?xml version="1.0" encoding="utf-8"?>
<ds:datastoreItem xmlns:ds="http://schemas.openxmlformats.org/officeDocument/2006/customXml" ds:itemID="{C311EFF9-7181-4280-8B22-B3A455135C09}"/>
</file>

<file path=customXml/itemProps2.xml><?xml version="1.0" encoding="utf-8"?>
<ds:datastoreItem xmlns:ds="http://schemas.openxmlformats.org/officeDocument/2006/customXml" ds:itemID="{AABF477E-CB33-4F42-B2FF-8A56284BDC27}"/>
</file>

<file path=customXml/itemProps3.xml><?xml version="1.0" encoding="utf-8"?>
<ds:datastoreItem xmlns:ds="http://schemas.openxmlformats.org/officeDocument/2006/customXml" ds:itemID="{820CCD86-6063-48BF-856E-64DD81B2F032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0x01010048C82C61B445CC4E96E51E91907C7794</vt:lpwstr>
  </property>
</Properties>
</file>