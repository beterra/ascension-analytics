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1.xml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c82f58be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c82f58be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c706762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c706762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c7067624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c7067624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7067624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c7067624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c7067624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c7067624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7067624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c7067624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c82f58be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c82f58be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c82f58be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c82f58be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c82f58be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c82f58be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c82f58be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c82f58be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385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25" y="388975"/>
            <a:ext cx="8839199" cy="1798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40017"/>
            <a:ext cx="1552575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1846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51308"/>
            <a:ext cx="139065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866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70915"/>
            <a:ext cx="16383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197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78706"/>
            <a:ext cx="15621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87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77465"/>
            <a:ext cx="153352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1939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44318"/>
            <a:ext cx="15906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188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85129"/>
            <a:ext cx="16383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814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18815"/>
            <a:ext cx="142875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D4572E93-A5D5-4F54-B217-C3BF17ABB399}"/>
</file>

<file path=customXml/itemProps2.xml><?xml version="1.0" encoding="utf-8"?>
<ds:datastoreItem xmlns:ds="http://schemas.openxmlformats.org/officeDocument/2006/customXml" ds:itemID="{DE27A5EC-3CF7-4DA2-895D-8CB4E069609F}"/>
</file>

<file path=customXml/itemProps3.xml><?xml version="1.0" encoding="utf-8"?>
<ds:datastoreItem xmlns:ds="http://schemas.openxmlformats.org/officeDocument/2006/customXml" ds:itemID="{22503EDA-B582-4162-A649-3C59EA749983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